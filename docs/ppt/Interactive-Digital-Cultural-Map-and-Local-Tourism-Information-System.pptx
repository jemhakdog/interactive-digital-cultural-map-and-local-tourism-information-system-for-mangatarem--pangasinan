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3" r:id="rId7"/>
    <p:sldId id="261" r:id="rId8"/>
    <p:sldId id="262" r:id="rId9"/>
    <p:sldId id="263" r:id="rId10"/>
    <p:sldId id="264" r:id="rId11"/>
    <p:sldId id="270" r:id="rId12"/>
    <p:sldId id="271" r:id="rId13"/>
    <p:sldId id="265" r:id="rId14"/>
    <p:sldId id="269" r:id="rId15"/>
    <p:sldId id="277" r:id="rId16"/>
    <p:sldId id="280" r:id="rId17"/>
    <p:sldId id="290" r:id="rId18"/>
    <p:sldId id="276" r:id="rId19"/>
    <p:sldId id="281" r:id="rId20"/>
    <p:sldId id="283" r:id="rId21"/>
    <p:sldId id="284" r:id="rId22"/>
    <p:sldId id="285" r:id="rId23"/>
    <p:sldId id="286" r:id="rId24"/>
    <p:sldId id="28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97B"/>
    <a:srgbClr val="26A69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9127" autoAdjust="0"/>
  </p:normalViewPr>
  <p:slideViewPr>
    <p:cSldViewPr snapToGrid="0" snapToObjects="1">
      <p:cViewPr varScale="1">
        <p:scale>
          <a:sx n="67" d="100"/>
          <a:sy n="67" d="100"/>
        </p:scale>
        <p:origin x="834" y="3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jp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g"/><Relationship Id="rId4" Type="http://schemas.openxmlformats.org/officeDocument/2006/relationships/image" Target="../media/image21.png"/><Relationship Id="rId9" Type="http://schemas.openxmlformats.org/officeDocument/2006/relationships/image" Target="../media/image26.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7.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17" Type="http://schemas.openxmlformats.org/officeDocument/2006/relationships/image" Target="../media/image63.png"/><Relationship Id="rId2" Type="http://schemas.openxmlformats.org/officeDocument/2006/relationships/image" Target="../media/image48.png"/><Relationship Id="rId16"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66.png"/></Relationships>
</file>

<file path=ppt/slides/_rels/slide1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1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 Id="rId5" Type="http://schemas.openxmlformats.org/officeDocument/2006/relationships/image" Target="../media/image77.png"/><Relationship Id="rId4" Type="http://schemas.openxmlformats.org/officeDocument/2006/relationships/image" Target="../media/image76.png"/></Relationships>
</file>

<file path=ppt/slides/_rels/slide1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3.xml.rels><?xml version="1.0" encoding="UTF-8" standalone="yes"?>
<Relationships xmlns="http://schemas.openxmlformats.org/package/2006/relationships"><Relationship Id="rId8" Type="http://schemas.openxmlformats.org/officeDocument/2006/relationships/image" Target="../media/image88.jp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1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35251"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a:t>
            </a:r>
            <a:r>
              <a:rPr lang="en-US" sz="1600" b="0" dirty="0" err="1">
                <a:solidFill>
                  <a:srgbClr val="E0F2F1"/>
                </a:solidFill>
              </a:rPr>
              <a:t>Dalas,Rea</a:t>
            </a:r>
            <a:r>
              <a:rPr lang="en-US" sz="1600" b="0" dirty="0">
                <a:solidFill>
                  <a:srgbClr val="E0F2F1"/>
                </a:solidFill>
              </a:rPr>
              <a:t> Solis , Joy De Guzman</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3">
            <a:alphaModFix/>
          </a:blip>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4">
            <a:alphaModFix/>
          </a:blip>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5">
            <a:alphaModFix/>
          </a:blip>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6">
            <a:alphaModFix/>
          </a:blip>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7">
            <a:alphaModFix/>
          </a:blip>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2">
            <a:alphaModFix/>
          </a:blip>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3">
            <a:alphaModFix/>
          </a:blip>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4">
            <a:alphaModFix/>
          </a:blip>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5">
            <a:alphaModFix/>
          </a:blip>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6">
            <a:alphaModFix/>
          </a:blip>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7">
            <a:alphaModFix/>
          </a:blip>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8">
            <a:alphaModFix/>
          </a:blip>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9"/>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0">
            <a:alphaModFix/>
          </a:blip>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1">
            <a:alphaModFix/>
          </a:blip>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2">
            <a:alphaModFix/>
          </a:blip>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4">
            <a:alphaModFix/>
          </a:blip>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3">
            <a:alphaModFix/>
          </a:blip>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F9E4A641-8ECA-83E4-2A66-253DC0E57AA4}"/>
              </a:ext>
            </a:extLst>
          </p:cNvPr>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alphaModFix/>
          </a:blip>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alphaModFix/>
          </a:blip>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alphaModFix/>
          </a:blip>
          <a:stretch>
            <a:fillRect/>
          </a:stretch>
        </p:blipFill>
        <p:spPr>
          <a:xfrm>
            <a:off x="904852" y="3451654"/>
            <a:ext cx="209544" cy="164241"/>
          </a:xfrm>
          <a:prstGeom prst="rect">
            <a:avLst/>
          </a:prstGeom>
        </p:spPr>
      </p:pic>
      <p:grpSp>
        <p:nvGrpSpPr>
          <p:cNvPr id="34" name="Group 33">
            <a:extLst>
              <a:ext uri="{FF2B5EF4-FFF2-40B4-BE49-F238E27FC236}">
                <a16:creationId xmlns:a16="http://schemas.microsoft.com/office/drawing/2014/main" id="{A1A6F961-3851-7E72-7903-20776052F601}"/>
              </a:ext>
            </a:extLst>
          </p:cNvPr>
          <p:cNvGrpSpPr/>
          <p:nvPr/>
        </p:nvGrpSpPr>
        <p:grpSpPr>
          <a:xfrm>
            <a:off x="666733" y="1428750"/>
            <a:ext cx="6862780" cy="3476624"/>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05224"/>
              <a:ext cx="4389920" cy="418576"/>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089154"/>
              <a:ext cx="5686281" cy="603242"/>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17805"/>
              <a:ext cx="5210044" cy="603242"/>
            </a:xfrm>
            <a:prstGeom prst="rect">
              <a:avLst/>
            </a:prstGeom>
            <a:noFill/>
          </p:spPr>
          <p:txBody>
            <a:bodyPr wrap="square" lIns="182880" tIns="54864" rIns="73152" bIns="54864" anchor="ctr">
              <a:spAutoFit/>
            </a:bodyPr>
            <a:lstStyle/>
            <a:p>
              <a:pPr>
                <a:spcAft>
                  <a:spcPts val="1040"/>
                </a:spcAft>
              </a:pPr>
              <a:r>
                <a:rPr lang="en-GB" sz="1600" dirty="0"/>
                <a:t>Lack of standardized tourism materials leads to inconsistent data across different platforms</a:t>
              </a:r>
              <a:endParaRPr sz="1600" b="0" dirty="0">
                <a:solidFill>
                  <a:srgbClr val="333333"/>
                </a:solidFill>
              </a:endParaRPr>
            </a:p>
          </p:txBody>
        </p:sp>
        <p:sp>
          <p:nvSpPr>
            <p:cNvPr id="11" name="TextBox 10"/>
            <p:cNvSpPr txBox="1"/>
            <p:nvPr/>
          </p:nvSpPr>
          <p:spPr>
            <a:xfrm>
              <a:off x="904852" y="3223344"/>
              <a:ext cx="5210044" cy="849463"/>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3975103"/>
              <a:ext cx="5210044" cy="603242"/>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for students and researchers seeking cultural information </a:t>
              </a:r>
            </a:p>
          </p:txBody>
        </p:sp>
      </p:grpSp>
      <p:grpSp>
        <p:nvGrpSpPr>
          <p:cNvPr id="35" name="Group 34">
            <a:extLst>
              <a:ext uri="{FF2B5EF4-FFF2-40B4-BE49-F238E27FC236}">
                <a16:creationId xmlns:a16="http://schemas.microsoft.com/office/drawing/2014/main" id="{3D6ED313-35E5-D842-BA01-A6DFBB8516D2}"/>
              </a:ext>
            </a:extLst>
          </p:cNvPr>
          <p:cNvGrpSpPr/>
          <p:nvPr/>
        </p:nvGrpSpPr>
        <p:grpSpPr>
          <a:xfrm>
            <a:off x="2691501" y="5045814"/>
            <a:ext cx="5686282" cy="1714500"/>
            <a:chOff x="666733" y="5286375"/>
            <a:chExt cx="5686282" cy="1714500"/>
          </a:xfrm>
        </p:grpSpPr>
        <p:sp>
          <p:nvSpPr>
            <p:cNvPr id="15" name="Rounded Rectangle 14"/>
            <p:cNvSpPr/>
            <p:nvPr/>
          </p:nvSpPr>
          <p:spPr>
            <a:xfrm>
              <a:off x="666733" y="5286375"/>
              <a:ext cx="5686282" cy="1714500"/>
            </a:xfrm>
            <a:prstGeom prst="roundRect">
              <a:avLst>
                <a:gd name="adj" fmla="val 8888"/>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6" name="Picture 15" descr="image.png"/>
            <p:cNvPicPr>
              <a:picLocks noChangeAspect="1"/>
            </p:cNvPicPr>
            <p:nvPr/>
          </p:nvPicPr>
          <p:blipFill>
            <a:blip r:embed="rId4">
              <a:alphaModFix/>
            </a:blip>
            <a:stretch>
              <a:fillRect/>
            </a:stretch>
          </p:blipFill>
          <p:spPr>
            <a:xfrm>
              <a:off x="857228" y="5537834"/>
              <a:ext cx="228594" cy="125729"/>
            </a:xfrm>
            <a:prstGeom prst="rect">
              <a:avLst/>
            </a:prstGeom>
          </p:spPr>
        </p:pic>
        <p:sp>
          <p:nvSpPr>
            <p:cNvPr id="17" name="TextBox 16"/>
            <p:cNvSpPr txBox="1"/>
            <p:nvPr/>
          </p:nvSpPr>
          <p:spPr>
            <a:xfrm>
              <a:off x="1181070" y="5417427"/>
              <a:ext cx="2396233"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00897B"/>
                  </a:solidFill>
                </a:rPr>
                <a:t>Current Inefficient Process</a:t>
              </a:r>
            </a:p>
          </p:txBody>
        </p:sp>
        <p:sp>
          <p:nvSpPr>
            <p:cNvPr id="18" name="Rounded Rectangle 17"/>
            <p:cNvSpPr/>
            <p:nvPr/>
          </p:nvSpPr>
          <p:spPr>
            <a:xfrm>
              <a:off x="1200119"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5">
              <a:alphaModFix/>
            </a:blip>
            <a:stretch>
              <a:fillRect/>
            </a:stretch>
          </p:blipFill>
          <p:spPr>
            <a:xfrm>
              <a:off x="1323941" y="6008846"/>
              <a:ext cx="228594" cy="174307"/>
            </a:xfrm>
            <a:prstGeom prst="rect">
              <a:avLst/>
            </a:prstGeom>
          </p:spPr>
        </p:pic>
        <p:sp>
          <p:nvSpPr>
            <p:cNvPr id="20" name="TextBox 19"/>
            <p:cNvSpPr txBox="1"/>
            <p:nvPr/>
          </p:nvSpPr>
          <p:spPr>
            <a:xfrm>
              <a:off x="857228"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Social Media</a:t>
              </a:r>
            </a:p>
          </p:txBody>
        </p:sp>
        <p:pic>
          <p:nvPicPr>
            <p:cNvPr id="21" name="Picture 20" descr="image.png"/>
            <p:cNvPicPr>
              <a:picLocks noChangeAspect="1"/>
            </p:cNvPicPr>
            <p:nvPr/>
          </p:nvPicPr>
          <p:blipFill>
            <a:blip r:embed="rId6">
              <a:alphaModFix/>
            </a:blip>
            <a:stretch>
              <a:fillRect/>
            </a:stretch>
          </p:blipFill>
          <p:spPr>
            <a:xfrm>
              <a:off x="2009724" y="6251257"/>
              <a:ext cx="228594" cy="165734"/>
            </a:xfrm>
            <a:prstGeom prst="rect">
              <a:avLst/>
            </a:prstGeom>
          </p:spPr>
        </p:pic>
        <p:sp>
          <p:nvSpPr>
            <p:cNvPr id="22" name="Rounded Rectangle 21"/>
            <p:cNvSpPr/>
            <p:nvPr/>
          </p:nvSpPr>
          <p:spPr>
            <a:xfrm>
              <a:off x="258121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3" name="Picture 22" descr="image.png"/>
            <p:cNvPicPr>
              <a:picLocks noChangeAspect="1"/>
            </p:cNvPicPr>
            <p:nvPr/>
          </p:nvPicPr>
          <p:blipFill>
            <a:blip r:embed="rId7">
              <a:alphaModFix/>
            </a:blip>
            <a:stretch>
              <a:fillRect/>
            </a:stretch>
          </p:blipFill>
          <p:spPr>
            <a:xfrm>
              <a:off x="2705032" y="6007417"/>
              <a:ext cx="228594" cy="177164"/>
            </a:xfrm>
            <a:prstGeom prst="rect">
              <a:avLst/>
            </a:prstGeom>
          </p:spPr>
        </p:pic>
        <p:sp>
          <p:nvSpPr>
            <p:cNvPr id="24" name="TextBox 23"/>
            <p:cNvSpPr txBox="1"/>
            <p:nvPr/>
          </p:nvSpPr>
          <p:spPr>
            <a:xfrm>
              <a:off x="223831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Visit Tourism Office</a:t>
              </a:r>
            </a:p>
          </p:txBody>
        </p:sp>
        <p:pic>
          <p:nvPicPr>
            <p:cNvPr id="25" name="Picture 24" descr="image.png"/>
            <p:cNvPicPr>
              <a:picLocks noChangeAspect="1"/>
            </p:cNvPicPr>
            <p:nvPr/>
          </p:nvPicPr>
          <p:blipFill>
            <a:blip r:embed="rId6">
              <a:alphaModFix/>
            </a:blip>
            <a:stretch>
              <a:fillRect/>
            </a:stretch>
          </p:blipFill>
          <p:spPr>
            <a:xfrm>
              <a:off x="3390815" y="6251257"/>
              <a:ext cx="228594" cy="165734"/>
            </a:xfrm>
            <a:prstGeom prst="rect">
              <a:avLst/>
            </a:prstGeom>
          </p:spPr>
        </p:pic>
        <p:sp>
          <p:nvSpPr>
            <p:cNvPr id="26" name="Rounded Rectangle 25"/>
            <p:cNvSpPr/>
            <p:nvPr/>
          </p:nvSpPr>
          <p:spPr>
            <a:xfrm>
              <a:off x="396230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7" name="Picture 26" descr="image.png"/>
            <p:cNvPicPr>
              <a:picLocks noChangeAspect="1"/>
            </p:cNvPicPr>
            <p:nvPr/>
          </p:nvPicPr>
          <p:blipFill>
            <a:blip r:embed="rId8">
              <a:alphaModFix/>
            </a:blip>
            <a:stretch>
              <a:fillRect/>
            </a:stretch>
          </p:blipFill>
          <p:spPr>
            <a:xfrm>
              <a:off x="4086122" y="6013132"/>
              <a:ext cx="228594" cy="165734"/>
            </a:xfrm>
            <a:prstGeom prst="rect">
              <a:avLst/>
            </a:prstGeom>
          </p:spPr>
        </p:pic>
        <p:sp>
          <p:nvSpPr>
            <p:cNvPr id="28" name="TextBox 27"/>
            <p:cNvSpPr txBox="1"/>
            <p:nvPr/>
          </p:nvSpPr>
          <p:spPr>
            <a:xfrm>
              <a:off x="361940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Physical Files</a:t>
              </a:r>
            </a:p>
          </p:txBody>
        </p:sp>
        <p:pic>
          <p:nvPicPr>
            <p:cNvPr id="29" name="Picture 28" descr="image.png"/>
            <p:cNvPicPr>
              <a:picLocks noChangeAspect="1"/>
            </p:cNvPicPr>
            <p:nvPr/>
          </p:nvPicPr>
          <p:blipFill>
            <a:blip r:embed="rId6">
              <a:alphaModFix/>
            </a:blip>
            <a:stretch>
              <a:fillRect/>
            </a:stretch>
          </p:blipFill>
          <p:spPr>
            <a:xfrm>
              <a:off x="4781430" y="6251257"/>
              <a:ext cx="228594" cy="165734"/>
            </a:xfrm>
            <a:prstGeom prst="rect">
              <a:avLst/>
            </a:prstGeom>
          </p:spPr>
        </p:pic>
        <p:sp>
          <p:nvSpPr>
            <p:cNvPr id="30" name="Rounded Rectangle 29"/>
            <p:cNvSpPr/>
            <p:nvPr/>
          </p:nvSpPr>
          <p:spPr>
            <a:xfrm>
              <a:off x="5343391"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31" name="Picture 30" descr="image.png"/>
            <p:cNvPicPr>
              <a:picLocks noChangeAspect="1"/>
            </p:cNvPicPr>
            <p:nvPr/>
          </p:nvPicPr>
          <p:blipFill>
            <a:blip r:embed="rId9">
              <a:alphaModFix/>
            </a:blip>
            <a:stretch>
              <a:fillRect/>
            </a:stretch>
          </p:blipFill>
          <p:spPr>
            <a:xfrm>
              <a:off x="5467213" y="5998844"/>
              <a:ext cx="228594" cy="194309"/>
            </a:xfrm>
            <a:prstGeom prst="rect">
              <a:avLst/>
            </a:prstGeom>
          </p:spPr>
        </p:pic>
        <p:sp>
          <p:nvSpPr>
            <p:cNvPr id="32" name="TextBox 31"/>
            <p:cNvSpPr txBox="1"/>
            <p:nvPr/>
          </p:nvSpPr>
          <p:spPr>
            <a:xfrm>
              <a:off x="5010024"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High Risk of Confusion</a:t>
              </a:r>
            </a:p>
          </p:txBody>
        </p:sp>
      </p:grpSp>
      <p:sp>
        <p:nvSpPr>
          <p:cNvPr id="33" name="Rectangle 32"/>
          <p:cNvSpPr/>
          <p:nvPr/>
        </p:nvSpPr>
        <p:spPr>
          <a:xfrm>
            <a:off x="7567228" y="1536705"/>
            <a:ext cx="4081092" cy="336866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2"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a:extLst>
              <a:ext uri="{FF2B5EF4-FFF2-40B4-BE49-F238E27FC236}">
                <a16:creationId xmlns:a16="http://schemas.microsoft.com/office/drawing/2014/main" id="{2D91A51B-CEF6-A6FC-8084-6D066E9CC147}"/>
              </a:ext>
            </a:extLst>
          </p:cNvPr>
          <p:cNvPicPr>
            <a:picLocks noChangeAspect="1"/>
          </p:cNvPicPr>
          <p:nvPr/>
        </p:nvPicPr>
        <p:blipFill>
          <a:blip r:embed="rId2"/>
          <a:stretch>
            <a:fillRect/>
          </a:stretch>
        </p:blipFill>
        <p:spPr>
          <a:xfrm>
            <a:off x="824542" y="1623098"/>
            <a:ext cx="636855" cy="636855"/>
          </a:xfrm>
          <a:prstGeom prst="rect">
            <a:avLst/>
          </a:prstGeom>
        </p:spPr>
      </p:pic>
      <p:pic>
        <p:nvPicPr>
          <p:cNvPr id="47" name="Picture 46">
            <a:extLst>
              <a:ext uri="{FF2B5EF4-FFF2-40B4-BE49-F238E27FC236}">
                <a16:creationId xmlns:a16="http://schemas.microsoft.com/office/drawing/2014/main" id="{05A0AB4E-A31A-14A6-2B6C-F30498D2AD57}"/>
              </a:ext>
            </a:extLst>
          </p:cNvPr>
          <p:cNvPicPr>
            <a:picLocks noChangeAspect="1"/>
          </p:cNvPicPr>
          <p:nvPr/>
        </p:nvPicPr>
        <p:blipFill>
          <a:blip r:embed="rId3"/>
          <a:stretch>
            <a:fillRect/>
          </a:stretch>
        </p:blipFill>
        <p:spPr>
          <a:xfrm>
            <a:off x="857228" y="2990270"/>
            <a:ext cx="667657" cy="667657"/>
          </a:xfrm>
          <a:prstGeom prst="rect">
            <a:avLst/>
          </a:prstGeom>
        </p:spPr>
      </p:pic>
      <p:pic>
        <p:nvPicPr>
          <p:cNvPr id="49" name="Picture 48">
            <a:extLst>
              <a:ext uri="{FF2B5EF4-FFF2-40B4-BE49-F238E27FC236}">
                <a16:creationId xmlns:a16="http://schemas.microsoft.com/office/drawing/2014/main" id="{819D8643-1C9C-7954-BA11-A659CA89D946}"/>
              </a:ext>
            </a:extLst>
          </p:cNvPr>
          <p:cNvPicPr>
            <a:picLocks noChangeAspect="1"/>
          </p:cNvPicPr>
          <p:nvPr/>
        </p:nvPicPr>
        <p:blipFill>
          <a:blip r:embed="rId4"/>
          <a:stretch>
            <a:fillRect/>
          </a:stretch>
        </p:blipFill>
        <p:spPr>
          <a:xfrm>
            <a:off x="832518" y="4340376"/>
            <a:ext cx="672394" cy="672394"/>
          </a:xfrm>
          <a:prstGeom prst="rect">
            <a:avLst/>
          </a:prstGeom>
        </p:spPr>
      </p:pic>
      <p:pic>
        <p:nvPicPr>
          <p:cNvPr id="51" name="Picture 50">
            <a:extLst>
              <a:ext uri="{FF2B5EF4-FFF2-40B4-BE49-F238E27FC236}">
                <a16:creationId xmlns:a16="http://schemas.microsoft.com/office/drawing/2014/main" id="{06569C3F-0D96-E4F6-312B-78D9790957BD}"/>
              </a:ext>
            </a:extLst>
          </p:cNvPr>
          <p:cNvPicPr>
            <a:picLocks noChangeAspect="1"/>
          </p:cNvPicPr>
          <p:nvPr/>
        </p:nvPicPr>
        <p:blipFill>
          <a:blip r:embed="rId5"/>
          <a:stretch>
            <a:fillRect/>
          </a:stretch>
        </p:blipFill>
        <p:spPr>
          <a:xfrm>
            <a:off x="789176" y="5638799"/>
            <a:ext cx="696686" cy="696686"/>
          </a:xfrm>
          <a:prstGeom prst="rect">
            <a:avLst/>
          </a:prstGeom>
        </p:spPr>
      </p:pic>
      <p:pic>
        <p:nvPicPr>
          <p:cNvPr id="52" name="Picture 51">
            <a:extLst>
              <a:ext uri="{FF2B5EF4-FFF2-40B4-BE49-F238E27FC236}">
                <a16:creationId xmlns:a16="http://schemas.microsoft.com/office/drawing/2014/main" id="{6B025CCC-4EE1-E588-6336-94AC8E9B2477}"/>
              </a:ext>
            </a:extLst>
          </p:cNvPr>
          <p:cNvPicPr>
            <a:picLocks noChangeAspect="1"/>
          </p:cNvPicPr>
          <p:nvPr/>
        </p:nvPicPr>
        <p:blipFill>
          <a:blip r:embed="rId6"/>
          <a:stretch>
            <a:fillRect/>
          </a:stretch>
        </p:blipFill>
        <p:spPr>
          <a:xfrm>
            <a:off x="6446460" y="1657640"/>
            <a:ext cx="671285" cy="671285"/>
          </a:xfrm>
          <a:prstGeom prst="rect">
            <a:avLst/>
          </a:prstGeom>
        </p:spPr>
      </p:pic>
      <p:pic>
        <p:nvPicPr>
          <p:cNvPr id="54" name="Picture 53">
            <a:extLst>
              <a:ext uri="{FF2B5EF4-FFF2-40B4-BE49-F238E27FC236}">
                <a16:creationId xmlns:a16="http://schemas.microsoft.com/office/drawing/2014/main" id="{756A2016-7B92-282A-40D6-C0E2E6E116C4}"/>
              </a:ext>
            </a:extLst>
          </p:cNvPr>
          <p:cNvPicPr>
            <a:picLocks noChangeAspect="1"/>
          </p:cNvPicPr>
          <p:nvPr/>
        </p:nvPicPr>
        <p:blipFill>
          <a:blip r:embed="rId7"/>
          <a:stretch>
            <a:fillRect/>
          </a:stretch>
        </p:blipFill>
        <p:spPr>
          <a:xfrm>
            <a:off x="6271628" y="2855559"/>
            <a:ext cx="878737" cy="878737"/>
          </a:xfrm>
          <a:prstGeom prst="rect">
            <a:avLst/>
          </a:prstGeom>
        </p:spPr>
      </p:pic>
      <p:pic>
        <p:nvPicPr>
          <p:cNvPr id="58" name="Picture 57">
            <a:extLst>
              <a:ext uri="{FF2B5EF4-FFF2-40B4-BE49-F238E27FC236}">
                <a16:creationId xmlns:a16="http://schemas.microsoft.com/office/drawing/2014/main" id="{DDE81CA5-1293-775C-E803-E030FA4A2AD7}"/>
              </a:ext>
            </a:extLst>
          </p:cNvPr>
          <p:cNvPicPr>
            <a:picLocks noChangeAspect="1"/>
          </p:cNvPicPr>
          <p:nvPr/>
        </p:nvPicPr>
        <p:blipFill>
          <a:blip r:embed="rId8"/>
          <a:stretch>
            <a:fillRect/>
          </a:stretch>
        </p:blipFill>
        <p:spPr>
          <a:xfrm>
            <a:off x="6340760" y="4438650"/>
            <a:ext cx="653143" cy="653143"/>
          </a:xfrm>
          <a:prstGeom prst="rect">
            <a:avLst/>
          </a:prstGeom>
        </p:spPr>
      </p:pic>
      <p:pic>
        <p:nvPicPr>
          <p:cNvPr id="62" name="Picture 61">
            <a:extLst>
              <a:ext uri="{FF2B5EF4-FFF2-40B4-BE49-F238E27FC236}">
                <a16:creationId xmlns:a16="http://schemas.microsoft.com/office/drawing/2014/main" id="{5E9D6DB7-3B34-B99D-530B-AF348DC697D9}"/>
              </a:ext>
            </a:extLst>
          </p:cNvPr>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07D-F4F0-BD3C-FDE1-E8EC3AD0AE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C7317B-2B45-DF38-E7BE-DFB70F0E2363}"/>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49E236C1-177F-19BB-B786-1BDF1A69F605}"/>
              </a:ext>
            </a:extLst>
          </p:cNvPr>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a:extLst>
              <a:ext uri="{FF2B5EF4-FFF2-40B4-BE49-F238E27FC236}">
                <a16:creationId xmlns:a16="http://schemas.microsoft.com/office/drawing/2014/main" id="{DE04AC64-9916-5FDE-033C-640D4B9E91B3}"/>
              </a:ext>
            </a:extLst>
          </p:cNvPr>
          <p:cNvGrpSpPr/>
          <p:nvPr/>
        </p:nvGrpSpPr>
        <p:grpSpPr>
          <a:xfrm>
            <a:off x="565132" y="1434618"/>
            <a:ext cx="6772003" cy="1239181"/>
            <a:chOff x="565132" y="1434618"/>
            <a:chExt cx="6772003" cy="1239181"/>
          </a:xfrm>
        </p:grpSpPr>
        <p:sp>
          <p:nvSpPr>
            <p:cNvPr id="4" name="Rounded Rectangle 3">
              <a:extLst>
                <a:ext uri="{FF2B5EF4-FFF2-40B4-BE49-F238E27FC236}">
                  <a16:creationId xmlns:a16="http://schemas.microsoft.com/office/drawing/2014/main" id="{2A040953-94F0-1229-2342-C5343C022B59}"/>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a:extLst>
                <a:ext uri="{FF2B5EF4-FFF2-40B4-BE49-F238E27FC236}">
                  <a16:creationId xmlns:a16="http://schemas.microsoft.com/office/drawing/2014/main" id="{83D64B8E-5DC2-EE1B-52EA-BD84D86C6987}"/>
                </a:ext>
              </a:extLst>
            </p:cNvPr>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a:extLst>
                <a:ext uri="{FF2B5EF4-FFF2-40B4-BE49-F238E27FC236}">
                  <a16:creationId xmlns:a16="http://schemas.microsoft.com/office/drawing/2014/main" id="{20C1D2D9-498A-F035-278B-9C475A867BAE}"/>
                </a:ext>
              </a:extLst>
            </p:cNvPr>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a:extLst>
              <a:ext uri="{FF2B5EF4-FFF2-40B4-BE49-F238E27FC236}">
                <a16:creationId xmlns:a16="http://schemas.microsoft.com/office/drawing/2014/main" id="{C36E708F-1AFB-8062-2488-9D7259073CD5}"/>
              </a:ext>
            </a:extLst>
          </p:cNvPr>
          <p:cNvGrpSpPr/>
          <p:nvPr/>
        </p:nvGrpSpPr>
        <p:grpSpPr>
          <a:xfrm>
            <a:off x="565132" y="4578712"/>
            <a:ext cx="7804168" cy="1989479"/>
            <a:chOff x="2104869" y="3832246"/>
            <a:chExt cx="5333866" cy="1152524"/>
          </a:xfrm>
        </p:grpSpPr>
        <p:sp>
          <p:nvSpPr>
            <p:cNvPr id="9" name="Rounded Rectangle 8">
              <a:extLst>
                <a:ext uri="{FF2B5EF4-FFF2-40B4-BE49-F238E27FC236}">
                  <a16:creationId xmlns:a16="http://schemas.microsoft.com/office/drawing/2014/main" id="{2EB89054-CAB4-D79B-4555-96FC6BCA6C5D}"/>
                </a:ext>
              </a:extLst>
            </p:cNvPr>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a:extLst>
                <a:ext uri="{FF2B5EF4-FFF2-40B4-BE49-F238E27FC236}">
                  <a16:creationId xmlns:a16="http://schemas.microsoft.com/office/drawing/2014/main" id="{5EAD9970-DE6E-114A-31DF-D9AD44810350}"/>
                </a:ext>
              </a:extLst>
            </p:cNvPr>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a:extLst>
                <a:ext uri="{FF2B5EF4-FFF2-40B4-BE49-F238E27FC236}">
                  <a16:creationId xmlns:a16="http://schemas.microsoft.com/office/drawing/2014/main" id="{8B703493-D56D-9B91-4555-6C0CB7F8DB09}"/>
                </a:ext>
              </a:extLst>
            </p:cNvPr>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a:extLst>
              <a:ext uri="{FF2B5EF4-FFF2-40B4-BE49-F238E27FC236}">
                <a16:creationId xmlns:a16="http://schemas.microsoft.com/office/drawing/2014/main" id="{4A19BB1E-0110-A32C-226F-319899417401}"/>
              </a:ext>
            </a:extLst>
          </p:cNvPr>
          <p:cNvGrpSpPr/>
          <p:nvPr/>
        </p:nvGrpSpPr>
        <p:grpSpPr>
          <a:xfrm>
            <a:off x="565132" y="3082839"/>
            <a:ext cx="7693497" cy="1239181"/>
            <a:chOff x="565132" y="1434618"/>
            <a:chExt cx="6772003" cy="1239181"/>
          </a:xfrm>
        </p:grpSpPr>
        <p:sp>
          <p:nvSpPr>
            <p:cNvPr id="16" name="Rounded Rectangle 3">
              <a:extLst>
                <a:ext uri="{FF2B5EF4-FFF2-40B4-BE49-F238E27FC236}">
                  <a16:creationId xmlns:a16="http://schemas.microsoft.com/office/drawing/2014/main" id="{B6CEB54F-DE13-8E90-6BC0-B96844901766}"/>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a:extLst>
                <a:ext uri="{FF2B5EF4-FFF2-40B4-BE49-F238E27FC236}">
                  <a16:creationId xmlns:a16="http://schemas.microsoft.com/office/drawing/2014/main" id="{FB629FCA-2AAF-BF08-3EEA-BEAFA8D28754}"/>
                </a:ext>
              </a:extLst>
            </p:cNvPr>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a:extLst>
                <a:ext uri="{FF2B5EF4-FFF2-40B4-BE49-F238E27FC236}">
                  <a16:creationId xmlns:a16="http://schemas.microsoft.com/office/drawing/2014/main" id="{6ABB52D8-DE76-503A-82E8-AC5DEEAB2AE5}"/>
                </a:ext>
              </a:extLst>
            </p:cNvPr>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a:extLst>
              <a:ext uri="{FF2B5EF4-FFF2-40B4-BE49-F238E27FC236}">
                <a16:creationId xmlns:a16="http://schemas.microsoft.com/office/drawing/2014/main" id="{883B019F-C3EA-C248-9A5F-6CCB51EECF89}"/>
              </a:ext>
            </a:extLst>
          </p:cNvPr>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a:extLst>
              <a:ext uri="{FF2B5EF4-FFF2-40B4-BE49-F238E27FC236}">
                <a16:creationId xmlns:a16="http://schemas.microsoft.com/office/drawing/2014/main" id="{1F535F16-8D24-3226-F28D-F352E6516FED}"/>
              </a:ext>
            </a:extLst>
          </p:cNvPr>
          <p:cNvPicPr>
            <a:picLocks noChangeAspect="1"/>
          </p:cNvPicPr>
          <p:nvPr/>
        </p:nvPicPr>
        <p:blipFill>
          <a:blip r:embed="rId3"/>
          <a:stretch>
            <a:fillRect/>
          </a:stretch>
        </p:blipFill>
        <p:spPr>
          <a:xfrm>
            <a:off x="743023" y="1594825"/>
            <a:ext cx="636855" cy="636855"/>
          </a:xfrm>
          <a:prstGeom prst="rect">
            <a:avLst/>
          </a:prstGeom>
        </p:spPr>
      </p:pic>
      <p:pic>
        <p:nvPicPr>
          <p:cNvPr id="26" name="Picture 25">
            <a:extLst>
              <a:ext uri="{FF2B5EF4-FFF2-40B4-BE49-F238E27FC236}">
                <a16:creationId xmlns:a16="http://schemas.microsoft.com/office/drawing/2014/main" id="{B66B34F5-D76F-31DB-517D-EF1F02B84251}"/>
              </a:ext>
            </a:extLst>
          </p:cNvPr>
          <p:cNvPicPr>
            <a:picLocks noChangeAspect="1"/>
          </p:cNvPicPr>
          <p:nvPr/>
        </p:nvPicPr>
        <p:blipFill>
          <a:blip r:embed="rId4"/>
          <a:stretch>
            <a:fillRect/>
          </a:stretch>
        </p:blipFill>
        <p:spPr>
          <a:xfrm>
            <a:off x="1044235" y="5389802"/>
            <a:ext cx="671285" cy="671285"/>
          </a:xfrm>
          <a:prstGeom prst="rect">
            <a:avLst/>
          </a:prstGeom>
        </p:spPr>
      </p:pic>
    </p:spTree>
    <p:extLst>
      <p:ext uri="{BB962C8B-B14F-4D97-AF65-F5344CB8AC3E}">
        <p14:creationId xmlns:p14="http://schemas.microsoft.com/office/powerpoint/2010/main" val="1344477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alphaModFix/>
          </a:blip>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alphaModFix/>
          </a:blip>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alphaModFix/>
          </a:blip>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alphaModFix/>
          </a:blip>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alphaModFix/>
          </a:blip>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alphaModFix/>
          </a:blip>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alphaModFix/>
          </a:blip>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alphaModFix/>
          </a:blip>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alphaModFix/>
          </a:blip>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alphaModFix/>
          </a:blip>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alphaModFix/>
          </a:blip>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alphaModFix/>
          </a:blip>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alphaModFix/>
          </a:blip>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alphaModFix/>
          </a:blip>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alphaModFix/>
          </a:blip>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a:extLst>
              <a:ext uri="{FF2B5EF4-FFF2-40B4-BE49-F238E27FC236}">
                <a16:creationId xmlns:a16="http://schemas.microsoft.com/office/drawing/2014/main" id="{8F122634-7E36-0938-29D7-49377C83E90A}"/>
              </a:ext>
            </a:extLst>
          </p:cNvPr>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4" name="Group 33">
            <a:extLst>
              <a:ext uri="{FF2B5EF4-FFF2-40B4-BE49-F238E27FC236}">
                <a16:creationId xmlns:a16="http://schemas.microsoft.com/office/drawing/2014/main" id="{159971B9-D577-DAB2-B06B-AD5C9CDF45D6}"/>
              </a:ext>
            </a:extLst>
          </p:cNvPr>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3">
              <a:alphaModFix/>
            </a:blip>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alphaModFix/>
          </a:blip>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alphaModFix/>
          </a:blip>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alphaModFix/>
          </a:blip>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alphaModFix/>
          </a:blip>
          <a:stretch>
            <a:fillRect/>
          </a:stretch>
        </p:blipFill>
        <p:spPr>
          <a:xfrm>
            <a:off x="6581610" y="4096078"/>
            <a:ext cx="342891" cy="266043"/>
          </a:xfrm>
          <a:prstGeom prst="rect">
            <a:avLst/>
          </a:prstGeom>
        </p:spPr>
      </p:pic>
      <p:sp>
        <p:nvSpPr>
          <p:cNvPr id="31" name="TextBox 30"/>
          <p:cNvSpPr txBox="1"/>
          <p:nvPr/>
        </p:nvSpPr>
        <p:spPr>
          <a:xfrm>
            <a:off x="7276918" y="4012488"/>
            <a:ext cx="4094134" cy="357021"/>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and System Management</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a:extLst>
              <a:ext uri="{FF2B5EF4-FFF2-40B4-BE49-F238E27FC236}">
                <a16:creationId xmlns:a16="http://schemas.microsoft.com/office/drawing/2014/main" id="{9B438E7E-E497-A820-1249-1E345F3B29F8}"/>
              </a:ext>
            </a:extLst>
          </p:cNvPr>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alphaModFix/>
            </a:blip>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alphaModFix/>
            </a:blip>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alphaModFix/>
            </a:blip>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alphaModFix/>
            </a:blip>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alphaModFix/>
            </a:blip>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alphaModFix/>
            </a:blip>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A2E6A-3F7C-DAA7-F57F-053204CE77A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7CDE09-54A3-6495-B710-CAD81EE96CCA}"/>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1D06EC51-EB04-43CC-5BAA-710D603518F4}"/>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81ACE877-1191-96A1-A916-542218D82694}"/>
              </a:ext>
            </a:extLst>
          </p:cNvPr>
          <p:cNvGrpSpPr/>
          <p:nvPr/>
        </p:nvGrpSpPr>
        <p:grpSpPr>
          <a:xfrm>
            <a:off x="666733" y="2377165"/>
            <a:ext cx="10858228" cy="2771775"/>
            <a:chOff x="666733" y="4486275"/>
            <a:chExt cx="10858228" cy="2771775"/>
          </a:xfrm>
        </p:grpSpPr>
        <p:sp>
          <p:nvSpPr>
            <p:cNvPr id="26" name="Rounded Rectangle 25">
              <a:extLst>
                <a:ext uri="{FF2B5EF4-FFF2-40B4-BE49-F238E27FC236}">
                  <a16:creationId xmlns:a16="http://schemas.microsoft.com/office/drawing/2014/main" id="{0766F554-7C5E-D97E-D0C8-31C8675DCD31}"/>
                </a:ext>
              </a:extLst>
            </p:cNvPr>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a:extLst>
                <a:ext uri="{FF2B5EF4-FFF2-40B4-BE49-F238E27FC236}">
                  <a16:creationId xmlns:a16="http://schemas.microsoft.com/office/drawing/2014/main" id="{D9F99778-FF54-B90F-000B-B9B1773988C4}"/>
                </a:ext>
              </a:extLst>
            </p:cNvPr>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a:extLst>
                <a:ext uri="{FF2B5EF4-FFF2-40B4-BE49-F238E27FC236}">
                  <a16:creationId xmlns:a16="http://schemas.microsoft.com/office/drawing/2014/main" id="{1D951277-7B8E-21A7-430F-EA7F1EB9A7C9}"/>
                </a:ext>
              </a:extLst>
            </p:cNvPr>
            <p:cNvPicPr>
              <a:picLocks noChangeAspect="1"/>
            </p:cNvPicPr>
            <p:nvPr/>
          </p:nvPicPr>
          <p:blipFill>
            <a:blip r:embed="rId2">
              <a:alphaModFix/>
            </a:blip>
            <a:stretch>
              <a:fillRect/>
            </a:stretch>
          </p:blipFill>
          <p:spPr>
            <a:xfrm>
              <a:off x="1047723" y="4908096"/>
              <a:ext cx="285742" cy="204107"/>
            </a:xfrm>
            <a:prstGeom prst="rect">
              <a:avLst/>
            </a:prstGeom>
          </p:spPr>
        </p:pic>
        <p:sp>
          <p:nvSpPr>
            <p:cNvPr id="29" name="TextBox 28">
              <a:extLst>
                <a:ext uri="{FF2B5EF4-FFF2-40B4-BE49-F238E27FC236}">
                  <a16:creationId xmlns:a16="http://schemas.microsoft.com/office/drawing/2014/main" id="{8C3A52AC-09D1-808B-67EC-0EDDE9E1203E}"/>
                </a:ext>
              </a:extLst>
            </p:cNvPr>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a:extLst>
                <a:ext uri="{FF2B5EF4-FFF2-40B4-BE49-F238E27FC236}">
                  <a16:creationId xmlns:a16="http://schemas.microsoft.com/office/drawing/2014/main" id="{780C4152-C0AC-2B34-9D63-7DF33B4C27A2}"/>
                </a:ext>
              </a:extLst>
            </p:cNvPr>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a:extLst>
                <a:ext uri="{FF2B5EF4-FFF2-40B4-BE49-F238E27FC236}">
                  <a16:creationId xmlns:a16="http://schemas.microsoft.com/office/drawing/2014/main" id="{FDD60494-C17C-61B2-3DFB-5E612E6983C7}"/>
                </a:ext>
              </a:extLst>
            </p:cNvPr>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a:extLst>
                <a:ext uri="{FF2B5EF4-FFF2-40B4-BE49-F238E27FC236}">
                  <a16:creationId xmlns:a16="http://schemas.microsoft.com/office/drawing/2014/main" id="{4F5668D2-6D84-A5F9-E265-2501708475C5}"/>
                </a:ext>
              </a:extLst>
            </p:cNvPr>
            <p:cNvPicPr>
              <a:picLocks noChangeAspect="1"/>
            </p:cNvPicPr>
            <p:nvPr/>
          </p:nvPicPr>
          <p:blipFill>
            <a:blip r:embed="rId3">
              <a:alphaModFix/>
            </a:blip>
            <a:stretch>
              <a:fillRect/>
            </a:stretch>
          </p:blipFill>
          <p:spPr>
            <a:xfrm>
              <a:off x="2466913" y="5769491"/>
              <a:ext cx="247643" cy="195816"/>
            </a:xfrm>
            <a:prstGeom prst="rect">
              <a:avLst/>
            </a:prstGeom>
          </p:spPr>
        </p:pic>
        <p:sp>
          <p:nvSpPr>
            <p:cNvPr id="33" name="TextBox 32">
              <a:extLst>
                <a:ext uri="{FF2B5EF4-FFF2-40B4-BE49-F238E27FC236}">
                  <a16:creationId xmlns:a16="http://schemas.microsoft.com/office/drawing/2014/main" id="{DAA04DFA-0E05-E6E6-967A-173F0A66C0B3}"/>
                </a:ext>
              </a:extLst>
            </p:cNvPr>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a:extLst>
                <a:ext uri="{FF2B5EF4-FFF2-40B4-BE49-F238E27FC236}">
                  <a16:creationId xmlns:a16="http://schemas.microsoft.com/office/drawing/2014/main" id="{98E32CE1-0F58-9334-EBD6-275870337260}"/>
                </a:ext>
              </a:extLst>
            </p:cNvPr>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a:extLst>
                <a:ext uri="{FF2B5EF4-FFF2-40B4-BE49-F238E27FC236}">
                  <a16:creationId xmlns:a16="http://schemas.microsoft.com/office/drawing/2014/main" id="{ADE99B65-F9FD-5041-3C7E-092517B6C405}"/>
                </a:ext>
              </a:extLst>
            </p:cNvPr>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a:extLst>
                <a:ext uri="{FF2B5EF4-FFF2-40B4-BE49-F238E27FC236}">
                  <a16:creationId xmlns:a16="http://schemas.microsoft.com/office/drawing/2014/main" id="{B7631E05-0B40-3410-6785-FEB09BFD8ED2}"/>
                </a:ext>
              </a:extLst>
            </p:cNvPr>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a:extLst>
                <a:ext uri="{FF2B5EF4-FFF2-40B4-BE49-F238E27FC236}">
                  <a16:creationId xmlns:a16="http://schemas.microsoft.com/office/drawing/2014/main" id="{C7E56237-205F-0EF1-A031-E06707FE533E}"/>
                </a:ext>
              </a:extLst>
            </p:cNvPr>
            <p:cNvPicPr>
              <a:picLocks noChangeAspect="1"/>
            </p:cNvPicPr>
            <p:nvPr/>
          </p:nvPicPr>
          <p:blipFill>
            <a:blip r:embed="rId4">
              <a:alphaModFix/>
            </a:blip>
            <a:stretch>
              <a:fillRect/>
            </a:stretch>
          </p:blipFill>
          <p:spPr>
            <a:xfrm>
              <a:off x="5972025" y="5778130"/>
              <a:ext cx="247643" cy="178538"/>
            </a:xfrm>
            <a:prstGeom prst="rect">
              <a:avLst/>
            </a:prstGeom>
          </p:spPr>
        </p:pic>
        <p:sp>
          <p:nvSpPr>
            <p:cNvPr id="38" name="TextBox 37">
              <a:extLst>
                <a:ext uri="{FF2B5EF4-FFF2-40B4-BE49-F238E27FC236}">
                  <a16:creationId xmlns:a16="http://schemas.microsoft.com/office/drawing/2014/main" id="{DD720FFC-4EDA-B6AB-C707-A13721575DD3}"/>
                </a:ext>
              </a:extLst>
            </p:cNvPr>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a:extLst>
                <a:ext uri="{FF2B5EF4-FFF2-40B4-BE49-F238E27FC236}">
                  <a16:creationId xmlns:a16="http://schemas.microsoft.com/office/drawing/2014/main" id="{6BEB3D3F-45F0-105D-3C88-6F9E98EE1CE3}"/>
                </a:ext>
              </a:extLst>
            </p:cNvPr>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a:extLst>
                <a:ext uri="{FF2B5EF4-FFF2-40B4-BE49-F238E27FC236}">
                  <a16:creationId xmlns:a16="http://schemas.microsoft.com/office/drawing/2014/main" id="{C20D2DD3-33CB-9422-FB59-E339A949B97B}"/>
                </a:ext>
              </a:extLst>
            </p:cNvPr>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a:extLst>
                <a:ext uri="{FF2B5EF4-FFF2-40B4-BE49-F238E27FC236}">
                  <a16:creationId xmlns:a16="http://schemas.microsoft.com/office/drawing/2014/main" id="{6480EB9C-0609-4741-E320-C53B8656E312}"/>
                </a:ext>
              </a:extLst>
            </p:cNvPr>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a:extLst>
                <a:ext uri="{FF2B5EF4-FFF2-40B4-BE49-F238E27FC236}">
                  <a16:creationId xmlns:a16="http://schemas.microsoft.com/office/drawing/2014/main" id="{A56F21D8-DD94-AD47-F0F5-1757059AB8FA}"/>
                </a:ext>
              </a:extLst>
            </p:cNvPr>
            <p:cNvPicPr>
              <a:picLocks noChangeAspect="1"/>
            </p:cNvPicPr>
            <p:nvPr/>
          </p:nvPicPr>
          <p:blipFill>
            <a:blip r:embed="rId5">
              <a:alphaModFix/>
            </a:blip>
            <a:stretch>
              <a:fillRect/>
            </a:stretch>
          </p:blipFill>
          <p:spPr>
            <a:xfrm>
              <a:off x="9477138" y="5769491"/>
              <a:ext cx="247643" cy="195816"/>
            </a:xfrm>
            <a:prstGeom prst="rect">
              <a:avLst/>
            </a:prstGeom>
          </p:spPr>
        </p:pic>
        <p:sp>
          <p:nvSpPr>
            <p:cNvPr id="43" name="TextBox 42">
              <a:extLst>
                <a:ext uri="{FF2B5EF4-FFF2-40B4-BE49-F238E27FC236}">
                  <a16:creationId xmlns:a16="http://schemas.microsoft.com/office/drawing/2014/main" id="{2988E987-88D3-4356-2324-D5E83687A7E3}"/>
                </a:ext>
              </a:extLst>
            </p:cNvPr>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a:extLst>
                <a:ext uri="{FF2B5EF4-FFF2-40B4-BE49-F238E27FC236}">
                  <a16:creationId xmlns:a16="http://schemas.microsoft.com/office/drawing/2014/main" id="{B3CB9CE5-27DB-FEFD-783B-17B03408E411}"/>
                </a:ext>
              </a:extLst>
            </p:cNvPr>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extLst>
      <p:ext uri="{BB962C8B-B14F-4D97-AF65-F5344CB8AC3E}">
        <p14:creationId xmlns:p14="http://schemas.microsoft.com/office/powerpoint/2010/main" val="458067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D0C5-3DFE-9609-5F23-DD2EAFFF5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736152E-D2F6-135A-7F47-2694E6B053E1}"/>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6C73AF1-A4DA-5FD8-9935-DC8B3FB45820}"/>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9F0304CF-047A-8D5A-BFB3-516EDA9A80B6}"/>
              </a:ext>
            </a:extLst>
          </p:cNvPr>
          <p:cNvGrpSpPr/>
          <p:nvPr/>
        </p:nvGrpSpPr>
        <p:grpSpPr>
          <a:xfrm>
            <a:off x="666733" y="2244808"/>
            <a:ext cx="10858228" cy="2771775"/>
            <a:chOff x="666733" y="7448549"/>
            <a:chExt cx="10858228" cy="2771775"/>
          </a:xfrm>
        </p:grpSpPr>
        <p:sp>
          <p:nvSpPr>
            <p:cNvPr id="45" name="Rounded Rectangle 44">
              <a:extLst>
                <a:ext uri="{FF2B5EF4-FFF2-40B4-BE49-F238E27FC236}">
                  <a16:creationId xmlns:a16="http://schemas.microsoft.com/office/drawing/2014/main" id="{0CF4A865-C40F-B06F-3E20-09FF3D203BB0}"/>
                </a:ext>
              </a:extLst>
            </p:cNvPr>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a:extLst>
                <a:ext uri="{FF2B5EF4-FFF2-40B4-BE49-F238E27FC236}">
                  <a16:creationId xmlns:a16="http://schemas.microsoft.com/office/drawing/2014/main" id="{01DFC81A-7000-57A3-B626-1D76365CF5CB}"/>
                </a:ext>
              </a:extLst>
            </p:cNvPr>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a:extLst>
                <a:ext uri="{FF2B5EF4-FFF2-40B4-BE49-F238E27FC236}">
                  <a16:creationId xmlns:a16="http://schemas.microsoft.com/office/drawing/2014/main" id="{BB06E826-B227-5026-3DD9-52B770F2EAB8}"/>
                </a:ext>
              </a:extLst>
            </p:cNvPr>
            <p:cNvPicPr>
              <a:picLocks noChangeAspect="1"/>
            </p:cNvPicPr>
            <p:nvPr/>
          </p:nvPicPr>
          <p:blipFill>
            <a:blip r:embed="rId2">
              <a:alphaModFix/>
            </a:blip>
            <a:stretch>
              <a:fillRect/>
            </a:stretch>
          </p:blipFill>
          <p:spPr>
            <a:xfrm>
              <a:off x="1047723" y="7882034"/>
              <a:ext cx="285742" cy="180780"/>
            </a:xfrm>
            <a:prstGeom prst="rect">
              <a:avLst/>
            </a:prstGeom>
          </p:spPr>
        </p:pic>
        <p:sp>
          <p:nvSpPr>
            <p:cNvPr id="48" name="TextBox 47">
              <a:extLst>
                <a:ext uri="{FF2B5EF4-FFF2-40B4-BE49-F238E27FC236}">
                  <a16:creationId xmlns:a16="http://schemas.microsoft.com/office/drawing/2014/main" id="{5B13ECAA-3888-6EA9-8AEC-475F438D672E}"/>
                </a:ext>
              </a:extLst>
            </p:cNvPr>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a:extLst>
                <a:ext uri="{FF2B5EF4-FFF2-40B4-BE49-F238E27FC236}">
                  <a16:creationId xmlns:a16="http://schemas.microsoft.com/office/drawing/2014/main" id="{560F52D3-4DB4-5FE3-A0E4-8C288BC9A5DE}"/>
                </a:ext>
              </a:extLst>
            </p:cNvPr>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a:extLst>
                <a:ext uri="{FF2B5EF4-FFF2-40B4-BE49-F238E27FC236}">
                  <a16:creationId xmlns:a16="http://schemas.microsoft.com/office/drawing/2014/main" id="{8869FABA-C52E-130A-E3B3-7E5AA9919ECD}"/>
                </a:ext>
              </a:extLst>
            </p:cNvPr>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a:extLst>
                <a:ext uri="{FF2B5EF4-FFF2-40B4-BE49-F238E27FC236}">
                  <a16:creationId xmlns:a16="http://schemas.microsoft.com/office/drawing/2014/main" id="{1CA8E071-FFCB-951D-4B77-943C66B73430}"/>
                </a:ext>
              </a:extLst>
            </p:cNvPr>
            <p:cNvPicPr>
              <a:picLocks noChangeAspect="1"/>
            </p:cNvPicPr>
            <p:nvPr/>
          </p:nvPicPr>
          <p:blipFill>
            <a:blip r:embed="rId3">
              <a:alphaModFix/>
            </a:blip>
            <a:stretch>
              <a:fillRect/>
            </a:stretch>
          </p:blipFill>
          <p:spPr>
            <a:xfrm>
              <a:off x="2466913" y="8740405"/>
              <a:ext cx="247643" cy="178538"/>
            </a:xfrm>
            <a:prstGeom prst="rect">
              <a:avLst/>
            </a:prstGeom>
          </p:spPr>
        </p:pic>
        <p:sp>
          <p:nvSpPr>
            <p:cNvPr id="52" name="TextBox 51">
              <a:extLst>
                <a:ext uri="{FF2B5EF4-FFF2-40B4-BE49-F238E27FC236}">
                  <a16:creationId xmlns:a16="http://schemas.microsoft.com/office/drawing/2014/main" id="{8037DB44-7754-B137-7306-2442EDA72066}"/>
                </a:ext>
              </a:extLst>
            </p:cNvPr>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a:extLst>
                <a:ext uri="{FF2B5EF4-FFF2-40B4-BE49-F238E27FC236}">
                  <a16:creationId xmlns:a16="http://schemas.microsoft.com/office/drawing/2014/main" id="{932F394A-7EDB-7816-56B8-FF42560D8227}"/>
                </a:ext>
              </a:extLst>
            </p:cNvPr>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a:extLst>
                <a:ext uri="{FF2B5EF4-FFF2-40B4-BE49-F238E27FC236}">
                  <a16:creationId xmlns:a16="http://schemas.microsoft.com/office/drawing/2014/main" id="{7AE52115-25EA-8279-CAC7-1A5B61769A01}"/>
                </a:ext>
              </a:extLst>
            </p:cNvPr>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a:extLst>
                <a:ext uri="{FF2B5EF4-FFF2-40B4-BE49-F238E27FC236}">
                  <a16:creationId xmlns:a16="http://schemas.microsoft.com/office/drawing/2014/main" id="{29A50BFE-794F-47ED-730D-10DE9D81F6CD}"/>
                </a:ext>
              </a:extLst>
            </p:cNvPr>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a:extLst>
                <a:ext uri="{FF2B5EF4-FFF2-40B4-BE49-F238E27FC236}">
                  <a16:creationId xmlns:a16="http://schemas.microsoft.com/office/drawing/2014/main" id="{A89D567E-8A18-BEF1-BBD0-6AB9616679AB}"/>
                </a:ext>
              </a:extLst>
            </p:cNvPr>
            <p:cNvPicPr>
              <a:picLocks noChangeAspect="1"/>
            </p:cNvPicPr>
            <p:nvPr/>
          </p:nvPicPr>
          <p:blipFill>
            <a:blip r:embed="rId4">
              <a:alphaModFix/>
            </a:blip>
            <a:stretch>
              <a:fillRect/>
            </a:stretch>
          </p:blipFill>
          <p:spPr>
            <a:xfrm>
              <a:off x="5972025" y="8723127"/>
              <a:ext cx="247643" cy="213094"/>
            </a:xfrm>
            <a:prstGeom prst="rect">
              <a:avLst/>
            </a:prstGeom>
          </p:spPr>
        </p:pic>
        <p:sp>
          <p:nvSpPr>
            <p:cNvPr id="57" name="TextBox 56">
              <a:extLst>
                <a:ext uri="{FF2B5EF4-FFF2-40B4-BE49-F238E27FC236}">
                  <a16:creationId xmlns:a16="http://schemas.microsoft.com/office/drawing/2014/main" id="{64AAE0D7-1DCA-A9D4-4399-33EA1FBC492E}"/>
                </a:ext>
              </a:extLst>
            </p:cNvPr>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a:extLst>
                <a:ext uri="{FF2B5EF4-FFF2-40B4-BE49-F238E27FC236}">
                  <a16:creationId xmlns:a16="http://schemas.microsoft.com/office/drawing/2014/main" id="{2FDBA75D-9E62-8B89-2E31-BA764F6A597B}"/>
                </a:ext>
              </a:extLst>
            </p:cNvPr>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a:extLst>
                <a:ext uri="{FF2B5EF4-FFF2-40B4-BE49-F238E27FC236}">
                  <a16:creationId xmlns:a16="http://schemas.microsoft.com/office/drawing/2014/main" id="{CE00E130-770D-24EB-2EAE-8AF4EF3FCFB6}"/>
                </a:ext>
              </a:extLst>
            </p:cNvPr>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a:extLst>
                <a:ext uri="{FF2B5EF4-FFF2-40B4-BE49-F238E27FC236}">
                  <a16:creationId xmlns:a16="http://schemas.microsoft.com/office/drawing/2014/main" id="{197B4979-FC12-6958-C072-1ADBCD7AFF43}"/>
                </a:ext>
              </a:extLst>
            </p:cNvPr>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a:extLst>
                <a:ext uri="{FF2B5EF4-FFF2-40B4-BE49-F238E27FC236}">
                  <a16:creationId xmlns:a16="http://schemas.microsoft.com/office/drawing/2014/main" id="{DE4F89D7-ADBC-669C-461D-727736FB3EEF}"/>
                </a:ext>
              </a:extLst>
            </p:cNvPr>
            <p:cNvPicPr>
              <a:picLocks noChangeAspect="1"/>
            </p:cNvPicPr>
            <p:nvPr/>
          </p:nvPicPr>
          <p:blipFill>
            <a:blip r:embed="rId5">
              <a:alphaModFix/>
            </a:blip>
            <a:stretch>
              <a:fillRect/>
            </a:stretch>
          </p:blipFill>
          <p:spPr>
            <a:xfrm>
              <a:off x="9477138" y="8743285"/>
              <a:ext cx="247643" cy="172779"/>
            </a:xfrm>
            <a:prstGeom prst="rect">
              <a:avLst/>
            </a:prstGeom>
          </p:spPr>
        </p:pic>
        <p:sp>
          <p:nvSpPr>
            <p:cNvPr id="62" name="TextBox 61">
              <a:extLst>
                <a:ext uri="{FF2B5EF4-FFF2-40B4-BE49-F238E27FC236}">
                  <a16:creationId xmlns:a16="http://schemas.microsoft.com/office/drawing/2014/main" id="{F4B14001-5598-9348-D003-98B07F6E5C72}"/>
                </a:ext>
              </a:extLst>
            </p:cNvPr>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a:extLst>
                <a:ext uri="{FF2B5EF4-FFF2-40B4-BE49-F238E27FC236}">
                  <a16:creationId xmlns:a16="http://schemas.microsoft.com/office/drawing/2014/main" id="{BEAD9BC2-B0D7-462C-B31A-D0286D298B74}"/>
                </a:ext>
              </a:extLst>
            </p:cNvPr>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extLst>
      <p:ext uri="{BB962C8B-B14F-4D97-AF65-F5344CB8AC3E}">
        <p14:creationId xmlns:p14="http://schemas.microsoft.com/office/powerpoint/2010/main" val="26339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a:extLst>
              <a:ext uri="{FF2B5EF4-FFF2-40B4-BE49-F238E27FC236}">
                <a16:creationId xmlns:a16="http://schemas.microsoft.com/office/drawing/2014/main" id="{5BF29C06-70D0-9093-FF6B-3B531C8064B8}"/>
              </a:ext>
            </a:extLst>
          </p:cNvPr>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alphaModFix/>
            </a:blip>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alphaModFix/>
            </a:blip>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alphaModFix/>
            </a:blip>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alphaModFix/>
            </a:blip>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alphaModFix/>
            </a:blip>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alphaModFix/>
            </a:blip>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683D4C4B-19C5-9961-DFE5-0C21ACBFE247}"/>
              </a:ext>
            </a:extLst>
          </p:cNvPr>
          <p:cNvPicPr>
            <a:picLocks/>
          </p:cNvPicPr>
          <p:nvPr/>
        </p:nvPicPr>
        <p:blipFill>
          <a:blip r:embed="rId2"/>
          <a:stretch>
            <a:fillRect/>
          </a:stretch>
        </p:blipFill>
        <p:spPr>
          <a:xfrm>
            <a:off x="4631097" y="727468"/>
            <a:ext cx="3748404" cy="587569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1EBE-9792-0D19-008F-469A8E90BA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F2BA34-29A5-D33E-547A-EBD4B14C9710}"/>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A102BB-6B5F-1856-BAAE-EDFAD3DAC9FD}"/>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E145CAA8-786D-90B1-5F8D-9A4025C63BE1}"/>
              </a:ext>
            </a:extLst>
          </p:cNvPr>
          <p:cNvPicPr>
            <a:picLocks/>
          </p:cNvPicPr>
          <p:nvPr/>
        </p:nvPicPr>
        <p:blipFill>
          <a:blip r:embed="rId2"/>
          <a:stretch>
            <a:fillRect/>
          </a:stretch>
        </p:blipFill>
        <p:spPr>
          <a:xfrm>
            <a:off x="4728728" y="1143000"/>
            <a:ext cx="1724025" cy="5343525"/>
          </a:xfrm>
          <a:prstGeom prst="rect">
            <a:avLst/>
          </a:prstGeom>
        </p:spPr>
      </p:pic>
    </p:spTree>
    <p:extLst>
      <p:ext uri="{BB962C8B-B14F-4D97-AF65-F5344CB8AC3E}">
        <p14:creationId xmlns:p14="http://schemas.microsoft.com/office/powerpoint/2010/main" val="2372683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77367-674F-3527-B46A-2C929375A66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9F7676-98BE-F25F-D3AA-1F805D2E087D}"/>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4E53ADE-9964-B05A-9D58-15001C48BBFF}"/>
              </a:ext>
            </a:extLst>
          </p:cNvPr>
          <p:cNvSpPr txBox="1"/>
          <p:nvPr/>
        </p:nvSpPr>
        <p:spPr>
          <a:xfrm>
            <a:off x="666733" y="255950"/>
            <a:ext cx="5897512" cy="726353"/>
          </a:xfrm>
          <a:prstGeom prst="rect">
            <a:avLst/>
          </a:prstGeom>
          <a:noFill/>
        </p:spPr>
        <p:txBody>
          <a:bodyPr wrap="none" lIns="73152" tIns="54864" rIns="73152" bIns="54864" anchor="ctr">
            <a:spAutoFit/>
          </a:bodyPr>
          <a:lstStyle/>
          <a:p>
            <a:r>
              <a:rPr lang="en-US" sz="4000" dirty="0">
                <a:solidFill>
                  <a:schemeClr val="bg1"/>
                </a:solidFill>
              </a:rPr>
              <a:t>Entity Relationship Diagram</a:t>
            </a:r>
            <a:endParaRPr lang="en-US" sz="6000" dirty="0">
              <a:solidFill>
                <a:schemeClr val="bg1"/>
              </a:solidFill>
            </a:endParaRPr>
          </a:p>
        </p:txBody>
      </p:sp>
      <p:pic>
        <p:nvPicPr>
          <p:cNvPr id="4" name="Picture 3">
            <a:extLst>
              <a:ext uri="{FF2B5EF4-FFF2-40B4-BE49-F238E27FC236}">
                <a16:creationId xmlns:a16="http://schemas.microsoft.com/office/drawing/2014/main" id="{A44B3289-4846-5392-7D2B-A718B14D3915}"/>
              </a:ext>
            </a:extLst>
          </p:cNvPr>
          <p:cNvPicPr>
            <a:picLocks/>
          </p:cNvPicPr>
          <p:nvPr/>
        </p:nvPicPr>
        <p:blipFill>
          <a:blip r:embed="rId2"/>
          <a:stretch>
            <a:fillRect/>
          </a:stretch>
        </p:blipFill>
        <p:spPr>
          <a:xfrm>
            <a:off x="2642946" y="982303"/>
            <a:ext cx="5897512" cy="5594347"/>
          </a:xfrm>
          <a:prstGeom prst="rect">
            <a:avLst/>
          </a:prstGeom>
        </p:spPr>
      </p:pic>
    </p:spTree>
    <p:extLst>
      <p:ext uri="{BB962C8B-B14F-4D97-AF65-F5344CB8AC3E}">
        <p14:creationId xmlns:p14="http://schemas.microsoft.com/office/powerpoint/2010/main" val="505582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447E-B4A3-74A7-50E8-3946D687C5A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CF2F067-B5A6-2668-D53D-7ADC0894A552}"/>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4A3DADEC-EC64-174A-B482-D12097B5DE2E}"/>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5" name="Picture 4">
            <a:extLst>
              <a:ext uri="{FF2B5EF4-FFF2-40B4-BE49-F238E27FC236}">
                <a16:creationId xmlns:a16="http://schemas.microsoft.com/office/drawing/2014/main" id="{437F2398-0B4E-170C-8891-9E8DFFD49859}"/>
              </a:ext>
            </a:extLst>
          </p:cNvPr>
          <p:cNvPicPr>
            <a:picLocks/>
          </p:cNvPicPr>
          <p:nvPr/>
        </p:nvPicPr>
        <p:blipFill>
          <a:blip r:embed="rId2"/>
          <a:stretch>
            <a:fillRect/>
          </a:stretch>
        </p:blipFill>
        <p:spPr>
          <a:xfrm>
            <a:off x="1932761" y="1245062"/>
            <a:ext cx="8326171" cy="5143501"/>
          </a:xfrm>
          <a:prstGeom prst="rect">
            <a:avLst/>
          </a:prstGeom>
        </p:spPr>
      </p:pic>
    </p:spTree>
    <p:extLst>
      <p:ext uri="{BB962C8B-B14F-4D97-AF65-F5344CB8AC3E}">
        <p14:creationId xmlns:p14="http://schemas.microsoft.com/office/powerpoint/2010/main" val="32431009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7548A-0E98-49E5-2873-B8AD5081DC3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0A5C5-FB22-F380-3538-5188CC6389F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5CC639-D661-D2A6-53B9-886F534131BB}"/>
              </a:ext>
            </a:extLst>
          </p:cNvPr>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a:extLst>
              <a:ext uri="{FF2B5EF4-FFF2-40B4-BE49-F238E27FC236}">
                <a16:creationId xmlns:a16="http://schemas.microsoft.com/office/drawing/2014/main" id="{9BDA50B7-2A68-F43F-1CC1-5FA71C4D48F0}"/>
              </a:ext>
            </a:extLst>
          </p:cNvPr>
          <p:cNvPicPr>
            <a:picLocks/>
          </p:cNvPicPr>
          <p:nvPr/>
        </p:nvPicPr>
        <p:blipFill>
          <a:blip r:embed="rId2"/>
          <a:stretch>
            <a:fillRect/>
          </a:stretch>
        </p:blipFill>
        <p:spPr>
          <a:xfrm>
            <a:off x="895045" y="1143000"/>
            <a:ext cx="10496855" cy="5429250"/>
          </a:xfrm>
          <a:prstGeom prst="rect">
            <a:avLst/>
          </a:prstGeom>
        </p:spPr>
      </p:pic>
    </p:spTree>
    <p:extLst>
      <p:ext uri="{BB962C8B-B14F-4D97-AF65-F5344CB8AC3E}">
        <p14:creationId xmlns:p14="http://schemas.microsoft.com/office/powerpoint/2010/main" val="8525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6F1F2C8-798B-4CCE-A851-94AFAF350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dirty="0">
                <a:solidFill>
                  <a:schemeClr val="tx1"/>
                </a:solidFill>
                <a:latin typeface="+mj-lt"/>
                <a:ea typeface="+mj-ea"/>
                <a:cs typeface="+mj-cs"/>
              </a:rPr>
              <a:t>Proto type</a:t>
            </a:r>
          </a:p>
        </p:txBody>
      </p:sp>
      <p:sp>
        <p:nvSpPr>
          <p:cNvPr id="9" name="Freeform: Shape 8">
            <a:extLst>
              <a:ext uri="{FF2B5EF4-FFF2-40B4-BE49-F238E27FC236}">
                <a16:creationId xmlns:a16="http://schemas.microsoft.com/office/drawing/2014/main" id="{755E9CD0-04B0-4A3C-B291-AD913379C7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a:extLst>
              <a:ext uri="{FF2B5EF4-FFF2-40B4-BE49-F238E27FC236}">
                <a16:creationId xmlns:a16="http://schemas.microsoft.com/office/drawing/2014/main" id="{1DD8BF3B-6066-418C-8D1A-75C5E396F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a:extLst>
              <a:ext uri="{FF2B5EF4-FFF2-40B4-BE49-F238E27FC236}">
                <a16:creationId xmlns:a16="http://schemas.microsoft.com/office/drawing/2014/main" id="{80BC66F9-7A74-4286-AD22-1174052CC2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a:extLst>
              <a:ext uri="{FF2B5EF4-FFF2-40B4-BE49-F238E27FC236}">
                <a16:creationId xmlns:a16="http://schemas.microsoft.com/office/drawing/2014/main" id="{D8142CC3-2B5C-48E6-9DF0-6C8ACBAF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a:extLst>
              <a:ext uri="{FF2B5EF4-FFF2-40B4-BE49-F238E27FC236}">
                <a16:creationId xmlns:a16="http://schemas.microsoft.com/office/drawing/2014/main" id="{7B2D303B-3DD0-4319-9EAD-361847FEC7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a:extLst>
              <a:ext uri="{FF2B5EF4-FFF2-40B4-BE49-F238E27FC236}">
                <a16:creationId xmlns:a16="http://schemas.microsoft.com/office/drawing/2014/main" id="{46A89C79-8EF3-4AF9-B3D9-59A883F41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a:extLst>
              <a:ext uri="{FF2B5EF4-FFF2-40B4-BE49-F238E27FC236}">
                <a16:creationId xmlns:a16="http://schemas.microsoft.com/office/drawing/2014/main" id="{EFE5CE34-4543-42E5-B82C-1F3D12422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72AF41FE-63D7-4695-81D2-66D2510E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B0B18F-AF76-A454-7799-39DD5F34DE5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225631-6CB6-C8ED-A149-5D2C495EB0E3}"/>
              </a:ext>
            </a:extLst>
          </p:cNvPr>
          <p:cNvPicPr>
            <a:picLocks noChangeAspect="1"/>
          </p:cNvPicPr>
          <p:nvPr/>
        </p:nvPicPr>
        <p:blipFill>
          <a:blip r:embed="rId2"/>
          <a:stretch>
            <a:fillRect/>
          </a:stretch>
        </p:blipFill>
        <p:spPr>
          <a:xfrm>
            <a:off x="643467" y="675470"/>
            <a:ext cx="10905066" cy="5507059"/>
          </a:xfrm>
          <a:prstGeom prst="rect">
            <a:avLst/>
          </a:prstGeom>
        </p:spPr>
      </p:pic>
    </p:spTree>
    <p:extLst>
      <p:ext uri="{BB962C8B-B14F-4D97-AF65-F5344CB8AC3E}">
        <p14:creationId xmlns:p14="http://schemas.microsoft.com/office/powerpoint/2010/main" val="210273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E6F2F-1541-A9FA-027C-D3C6D6A2BBE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A616E65-436E-3CB0-24EF-C0ACA756361D}"/>
              </a:ext>
            </a:extLst>
          </p:cNvPr>
          <p:cNvPicPr>
            <a:picLocks noChangeAspect="1"/>
          </p:cNvPicPr>
          <p:nvPr/>
        </p:nvPicPr>
        <p:blipFill>
          <a:blip r:embed="rId2"/>
          <a:stretch>
            <a:fillRect/>
          </a:stretch>
        </p:blipFill>
        <p:spPr>
          <a:xfrm>
            <a:off x="2712265" y="0"/>
            <a:ext cx="6393635" cy="10218566"/>
          </a:xfrm>
          <a:prstGeom prst="rect">
            <a:avLst/>
          </a:prstGeom>
        </p:spPr>
      </p:pic>
    </p:spTree>
    <p:extLst>
      <p:ext uri="{BB962C8B-B14F-4D97-AF65-F5344CB8AC3E}">
        <p14:creationId xmlns:p14="http://schemas.microsoft.com/office/powerpoint/2010/main" val="3867979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8D05C-B4AA-C892-6220-E1BBEC33140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51DE4F1-9D5B-DBC5-E642-A99C07661277}"/>
              </a:ext>
            </a:extLst>
          </p:cNvPr>
          <p:cNvPicPr>
            <a:picLocks noChangeAspect="1"/>
          </p:cNvPicPr>
          <p:nvPr/>
        </p:nvPicPr>
        <p:blipFill>
          <a:blip r:embed="rId2"/>
          <a:stretch>
            <a:fillRect/>
          </a:stretch>
        </p:blipFill>
        <p:spPr>
          <a:xfrm>
            <a:off x="0" y="0"/>
            <a:ext cx="6847959" cy="6858000"/>
          </a:xfrm>
          <a:prstGeom prst="rect">
            <a:avLst/>
          </a:prstGeom>
        </p:spPr>
      </p:pic>
      <p:pic>
        <p:nvPicPr>
          <p:cNvPr id="5" name="Picture 4">
            <a:extLst>
              <a:ext uri="{FF2B5EF4-FFF2-40B4-BE49-F238E27FC236}">
                <a16:creationId xmlns:a16="http://schemas.microsoft.com/office/drawing/2014/main" id="{6C8C3BBD-129A-CE40-B641-F68B27D0D951}"/>
              </a:ext>
            </a:extLst>
          </p:cNvPr>
          <p:cNvPicPr>
            <a:picLocks noChangeAspect="1"/>
          </p:cNvPicPr>
          <p:nvPr/>
        </p:nvPicPr>
        <p:blipFill>
          <a:blip r:embed="rId3"/>
          <a:stretch>
            <a:fillRect/>
          </a:stretch>
        </p:blipFill>
        <p:spPr>
          <a:xfrm>
            <a:off x="6847959" y="895350"/>
            <a:ext cx="5453651" cy="5067300"/>
          </a:xfrm>
          <a:prstGeom prst="rect">
            <a:avLst/>
          </a:prstGeom>
        </p:spPr>
      </p:pic>
    </p:spTree>
    <p:extLst>
      <p:ext uri="{BB962C8B-B14F-4D97-AF65-F5344CB8AC3E}">
        <p14:creationId xmlns:p14="http://schemas.microsoft.com/office/powerpoint/2010/main" val="25862263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C204-B585-52FF-AC4F-FCAED4C64E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A5121D4-40EB-EE41-8FD8-0CC6E388EC8D}"/>
              </a:ext>
            </a:extLst>
          </p:cNvPr>
          <p:cNvPicPr>
            <a:picLocks noChangeAspect="1"/>
          </p:cNvPicPr>
          <p:nvPr/>
        </p:nvPicPr>
        <p:blipFill>
          <a:blip r:embed="rId2"/>
          <a:stretch>
            <a:fillRect/>
          </a:stretch>
        </p:blipFill>
        <p:spPr>
          <a:xfrm>
            <a:off x="247651" y="0"/>
            <a:ext cx="5996972" cy="16227878"/>
          </a:xfrm>
          <a:prstGeom prst="rect">
            <a:avLst/>
          </a:prstGeom>
        </p:spPr>
      </p:pic>
      <p:pic>
        <p:nvPicPr>
          <p:cNvPr id="4" name="Picture 3">
            <a:extLst>
              <a:ext uri="{FF2B5EF4-FFF2-40B4-BE49-F238E27FC236}">
                <a16:creationId xmlns:a16="http://schemas.microsoft.com/office/drawing/2014/main" id="{6CBFD3BC-10CF-F759-8400-22E84EC2AB23}"/>
              </a:ext>
            </a:extLst>
          </p:cNvPr>
          <p:cNvPicPr>
            <a:picLocks noChangeAspect="1"/>
          </p:cNvPicPr>
          <p:nvPr/>
        </p:nvPicPr>
        <p:blipFill>
          <a:blip r:embed="rId2"/>
          <a:stretch>
            <a:fillRect/>
          </a:stretch>
        </p:blipFill>
        <p:spPr>
          <a:xfrm>
            <a:off x="6682773" y="-6496050"/>
            <a:ext cx="5047594" cy="13658850"/>
          </a:xfrm>
          <a:prstGeom prst="rect">
            <a:avLst/>
          </a:prstGeom>
        </p:spPr>
      </p:pic>
    </p:spTree>
    <p:extLst>
      <p:ext uri="{BB962C8B-B14F-4D97-AF65-F5344CB8AC3E}">
        <p14:creationId xmlns:p14="http://schemas.microsoft.com/office/powerpoint/2010/main" val="2231612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D7E7BE-3DA7-433F-E6FA-E2CEAD59B01F}"/>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10" name="Freeform: Shape 9">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Freeform: Shape 12">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A3071-432A-EB33-DE51-7B334A9634AC}"/>
              </a:ext>
            </a:extLst>
          </p:cNvPr>
          <p:cNvSpPr>
            <a:spLocks noGrp="1"/>
          </p:cNvSpPr>
          <p:nvPr>
            <p:ph type="title"/>
          </p:nvPr>
        </p:nvSpPr>
        <p:spPr>
          <a:xfrm>
            <a:off x="2242409" y="895483"/>
            <a:ext cx="5786232" cy="3011190"/>
          </a:xfrm>
        </p:spPr>
        <p:txBody>
          <a:bodyPr vert="horz" lIns="91440" tIns="45720" rIns="91440" bIns="45720" rtlCol="0" anchor="b">
            <a:normAutofit/>
          </a:bodyPr>
          <a:lstStyle/>
          <a:p>
            <a:pPr defTabSz="914400">
              <a:lnSpc>
                <a:spcPct val="90000"/>
              </a:lnSpc>
            </a:pPr>
            <a:r>
              <a:rPr lang="en-US" sz="5400" b="1" kern="1200">
                <a:solidFill>
                  <a:schemeClr val="bg1"/>
                </a:solidFill>
                <a:latin typeface="+mj-lt"/>
                <a:ea typeface="+mj-ea"/>
                <a:cs typeface="+mj-cs"/>
              </a:rPr>
              <a:t>Thank You!</a:t>
            </a:r>
          </a:p>
        </p:txBody>
      </p:sp>
      <p:sp>
        <p:nvSpPr>
          <p:cNvPr id="19"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3"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4" name="Freeform: Shape 23">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0" name="Oval 29">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Oval 31">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eform: Shape 33">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6" name="Freeform: Shape 35">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062230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34AEB5D-4457-4F37-93E9-1D0CBBBD67CB}">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396</TotalTime>
  <Words>1066</Words>
  <Application>Microsoft Office PowerPoint</Application>
  <PresentationFormat>Widescreen</PresentationFormat>
  <Paragraphs>153</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Proto type</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Jem Carlo Austria</cp:lastModifiedBy>
  <cp:revision>13</cp:revision>
  <dcterms:created xsi:type="dcterms:W3CDTF">2013-01-27T09:14:16Z</dcterms:created>
  <dcterms:modified xsi:type="dcterms:W3CDTF">2026-03-10T12:30:15Z</dcterms:modified>
  <cp:category/>
</cp:coreProperties>
</file>